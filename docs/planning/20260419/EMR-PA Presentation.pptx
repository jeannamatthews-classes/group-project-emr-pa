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c3c8261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6c3c8261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6c3c826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6c3c826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c3c826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c3c826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c3c826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6c3c826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6f4b7e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6f4b7e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4" y="114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EMR-PA</a:t>
            </a:r>
            <a:endParaRPr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4" y="1779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228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Educational Electronic Medical Record for PA Students</a:t>
            </a:r>
            <a:endParaRPr b="1" sz="2280">
              <a:solidFill>
                <a:srgbClr val="3C7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4" y="320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Aniekan Inyang, Elena Goldman, Gavin McAllister, JasonFred Ngwa, &amp; Natalie Hooper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  <a:r>
              <a:rPr b="1" lang="en" sz="272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Problem</a:t>
            </a:r>
            <a:endParaRPr b="1" sz="272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Clarkson’s Physician Assistant program utilizes </a:t>
            </a: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Electrionic Medical Record systems</a:t>
            </a: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 as an educational tool.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However, existing EMRs are…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Too complex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Too expensive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Not intended for the classroom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The Solution? EMR-PA!</a:t>
            </a:r>
            <a:endParaRPr b="1" sz="272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training-focused</a:t>
            </a: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 EMR system designed specifically for Clarkson’s PA students.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EMR-PA emphasises…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Clinical skill development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Simple, intuitive EMR workflows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Realistic patient care simulations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…in a low-risk </a:t>
            </a: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learning environment</a:t>
            </a: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, complete with instructor feedback!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A Quick Rundown</a:t>
            </a:r>
            <a:endParaRPr b="1" sz="272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Users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Students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Faculty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Administrators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Core features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Login system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View/search patient cases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Open case details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Write &amp; save clinical notes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Time for a demo!</a:t>
            </a:r>
            <a:endParaRPr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b="1" sz="272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EMR-PA provides a practical, low-risk environment for PA students to develop real-world clinical documentation skills.</a:t>
            </a:r>
            <a:endParaRPr b="1" sz="2000">
              <a:solidFill>
                <a:srgbClr val="3C7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Future </a:t>
            </a:r>
            <a:r>
              <a:rPr b="1" lang="en" sz="2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development </a:t>
            </a: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may include…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Image/file uploading (imaging, lab results, etc)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Order entry system (labs, medications, etc)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Expanded use across other educational healthcare programs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